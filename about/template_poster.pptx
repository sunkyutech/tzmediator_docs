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84A"/>
    <a:srgbClr val="707788"/>
    <a:srgbClr val="3E92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76"/>
    <p:restoredTop sz="94626"/>
  </p:normalViewPr>
  <p:slideViewPr>
    <p:cSldViewPr showGuides="1">
      <p:cViewPr>
        <p:scale>
          <a:sx n="21" d="100"/>
          <a:sy n="21" d="100"/>
        </p:scale>
        <p:origin x="3248" y="-14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A34E5-F169-484F-8FF3-35C54684045E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33E9E-80BA-364B-8AFE-B4C51DAF3D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86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1pPr>
    <a:lvl2pPr marL="896981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2pPr>
    <a:lvl3pPr marL="1793961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3pPr>
    <a:lvl4pPr marL="2690942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4pPr>
    <a:lvl5pPr marL="3587923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5pPr>
    <a:lvl6pPr marL="4484903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6pPr>
    <a:lvl7pPr marL="5381884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7pPr>
    <a:lvl8pPr marL="6278865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8pPr>
    <a:lvl9pPr marL="7175845" algn="l" defTabSz="1793961" rtl="0" eaLnBrk="1" latinLnBrk="0" hangingPunct="1">
      <a:defRPr kumimoji="1" sz="23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33E9E-80BA-364B-8AFE-B4C51DAF3DC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40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379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82" userDrawn="1">
          <p15:clr>
            <a:srgbClr val="FBAE40"/>
          </p15:clr>
        </p15:guide>
        <p15:guide id="2" pos="18607" userDrawn="1">
          <p15:clr>
            <a:srgbClr val="FBAE40"/>
          </p15:clr>
        </p15:guide>
        <p15:guide id="3" pos="464" userDrawn="1">
          <p15:clr>
            <a:srgbClr val="FBAE40"/>
          </p15:clr>
        </p15:guide>
        <p15:guide id="4" pos="9989" userDrawn="1">
          <p15:clr>
            <a:srgbClr val="FBAE40"/>
          </p15:clr>
        </p15:guide>
        <p15:guide id="5" orient="horz" pos="327" userDrawn="1">
          <p15:clr>
            <a:srgbClr val="FBAE40"/>
          </p15:clr>
        </p15:guide>
        <p15:guide id="6" pos="9535" userDrawn="1">
          <p15:clr>
            <a:srgbClr val="FBAE40"/>
          </p15:clr>
        </p15:guide>
        <p15:guide id="7" pos="9082" userDrawn="1">
          <p15:clr>
            <a:srgbClr val="FBAE40"/>
          </p15:clr>
        </p15:guide>
        <p15:guide id="8" orient="horz" pos="134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DD741-3D64-D942-AC51-4518F2760A2F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F88FB-B743-AA4B-A627-5020E2C32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21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1" userDrawn="1">
          <p15:clr>
            <a:srgbClr val="F26B43"/>
          </p15:clr>
        </p15:guide>
        <p15:guide id="2" pos="95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506764A-F03B-8360-04BA-F888503B4DA0}"/>
              </a:ext>
            </a:extLst>
          </p:cNvPr>
          <p:cNvSpPr/>
          <p:nvPr/>
        </p:nvSpPr>
        <p:spPr>
          <a:xfrm>
            <a:off x="358228" y="5539196"/>
            <a:ext cx="14400000" cy="1440000"/>
          </a:xfrm>
          <a:prstGeom prst="rect">
            <a:avLst/>
          </a:prstGeom>
          <a:solidFill>
            <a:srgbClr val="2338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6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1. </a:t>
            </a:r>
            <a:r>
              <a:rPr kumimoji="1" lang="ja-JP" altLang="en-US" sz="60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背景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3843F32-71B9-C726-2FD4-D784C41C51E0}"/>
              </a:ext>
            </a:extLst>
          </p:cNvPr>
          <p:cNvCxnSpPr>
            <a:cxnSpLocks/>
          </p:cNvCxnSpPr>
          <p:nvPr/>
        </p:nvCxnSpPr>
        <p:spPr>
          <a:xfrm>
            <a:off x="15136813" y="5539196"/>
            <a:ext cx="0" cy="36024729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2783E8-0860-2988-3533-83C4672E80A2}"/>
              </a:ext>
            </a:extLst>
          </p:cNvPr>
          <p:cNvSpPr/>
          <p:nvPr/>
        </p:nvSpPr>
        <p:spPr>
          <a:xfrm>
            <a:off x="15497175" y="24354209"/>
            <a:ext cx="14400000" cy="1440000"/>
          </a:xfrm>
          <a:prstGeom prst="rect">
            <a:avLst/>
          </a:prstGeom>
          <a:solidFill>
            <a:srgbClr val="2338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6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3. </a:t>
            </a:r>
            <a:r>
              <a:rPr kumimoji="1" lang="ja-JP" altLang="en-US" sz="60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実験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47A2DD-3DC5-4CC9-2E13-F08A32EBE53F}"/>
              </a:ext>
            </a:extLst>
          </p:cNvPr>
          <p:cNvSpPr/>
          <p:nvPr/>
        </p:nvSpPr>
        <p:spPr>
          <a:xfrm>
            <a:off x="376452" y="27851130"/>
            <a:ext cx="14400000" cy="1440000"/>
          </a:xfrm>
          <a:prstGeom prst="rect">
            <a:avLst/>
          </a:prstGeom>
          <a:solidFill>
            <a:srgbClr val="2338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6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2. </a:t>
            </a:r>
            <a:r>
              <a:rPr kumimoji="1" lang="ja-JP" altLang="en-US" sz="60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提案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B18C449-34E8-E655-00A4-D063F9C746A4}"/>
              </a:ext>
            </a:extLst>
          </p:cNvPr>
          <p:cNvSpPr/>
          <p:nvPr/>
        </p:nvSpPr>
        <p:spPr>
          <a:xfrm>
            <a:off x="15497175" y="38519974"/>
            <a:ext cx="14400000" cy="1440000"/>
          </a:xfrm>
          <a:prstGeom prst="rect">
            <a:avLst/>
          </a:prstGeom>
          <a:solidFill>
            <a:srgbClr val="2338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6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4. </a:t>
            </a:r>
            <a:r>
              <a:rPr kumimoji="1" lang="ja-JP" altLang="en-US" sz="60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今後の課題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330B898-C2C7-AAC8-46A0-4910FECAD61A}"/>
              </a:ext>
            </a:extLst>
          </p:cNvPr>
          <p:cNvSpPr/>
          <p:nvPr/>
        </p:nvSpPr>
        <p:spPr>
          <a:xfrm>
            <a:off x="735016" y="7212236"/>
            <a:ext cx="13682659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kumimoji="1" lang="ja-JP" altLang="en-US" sz="4800" b="1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背景</a:t>
            </a:r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-a)</a:t>
            </a:r>
            <a:endParaRPr kumimoji="1" lang="ja-JP" altLang="en-US" sz="5400" b="1">
              <a:solidFill>
                <a:srgbClr val="23384A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DB8C138C-AA11-C9DD-6A3E-52D526064FD4}"/>
              </a:ext>
            </a:extLst>
          </p:cNvPr>
          <p:cNvSpPr txBox="1"/>
          <p:nvPr/>
        </p:nvSpPr>
        <p:spPr>
          <a:xfrm>
            <a:off x="1718290" y="4634473"/>
            <a:ext cx="27363736" cy="123110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endParaRPr lang="en-US" sz="8000" b="1" dirty="0">
              <a:solidFill>
                <a:srgbClr val="23394B"/>
              </a:solidFill>
              <a:latin typeface="Yu Gothic" panose="020B0400000000000000" pitchFamily="34" charset="-128"/>
              <a:ea typeface="Yu Gothic" panose="020B0400000000000000" pitchFamily="34" charset="-128"/>
              <a:cs typeface="Mokoto"/>
              <a:sym typeface="Mokoto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7213D20-591E-C4BB-F044-1DC2BF5BF459}"/>
              </a:ext>
            </a:extLst>
          </p:cNvPr>
          <p:cNvSpPr/>
          <p:nvPr/>
        </p:nvSpPr>
        <p:spPr>
          <a:xfrm>
            <a:off x="736603" y="519112"/>
            <a:ext cx="28802010" cy="33491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kumimoji="1" lang="ja-JP" altLang="en-US" sz="8000" b="1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ポスタータイトル</a:t>
            </a:r>
            <a:r>
              <a:rPr kumimoji="1" lang="en-US" altLang="ja-JP" sz="80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</a:p>
          <a:p>
            <a:pPr algn="ctr"/>
            <a:r>
              <a:rPr kumimoji="1" lang="en-US" altLang="ja-JP" sz="80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XXXXXXXXXXXXXXXXXXXXXXXXX</a:t>
            </a:r>
            <a:endParaRPr kumimoji="1" lang="ja-JP" altLang="en-US" sz="8000" b="1">
              <a:solidFill>
                <a:srgbClr val="23384A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ECB0F32-6A8C-CB9E-5DDE-2B9514DC846A}"/>
              </a:ext>
            </a:extLst>
          </p:cNvPr>
          <p:cNvSpPr/>
          <p:nvPr/>
        </p:nvSpPr>
        <p:spPr>
          <a:xfrm>
            <a:off x="736603" y="3867192"/>
            <a:ext cx="28802010" cy="1062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800" b="1" dirty="0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XX</a:t>
            </a:r>
            <a:r>
              <a:rPr lang="ja-JP" altLang="en-US" sz="4800" b="1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 </a:t>
            </a:r>
            <a:r>
              <a:rPr lang="en-US" altLang="ja-JP" sz="4800" b="1" dirty="0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XX</a:t>
            </a:r>
            <a:r>
              <a:rPr lang="ja-JP" altLang="en-US" sz="4800" b="1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，</a:t>
            </a:r>
            <a:r>
              <a:rPr lang="en-US" altLang="ja-JP" sz="4800" b="1" dirty="0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XX</a:t>
            </a:r>
            <a:r>
              <a:rPr lang="ja-JP" altLang="en-US" sz="4800" b="1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 </a:t>
            </a:r>
            <a:r>
              <a:rPr lang="en-US" altLang="ja-JP" sz="4800" b="1" dirty="0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XX (</a:t>
            </a:r>
            <a:r>
              <a:rPr lang="ja-JP" altLang="en-US" sz="4800" b="1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九州工業大学</a:t>
            </a:r>
            <a:r>
              <a:rPr lang="en-US" altLang="ja-JP" sz="4800" b="1" dirty="0">
                <a:solidFill>
                  <a:srgbClr val="23394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Mokoto"/>
                <a:sym typeface="Mokoto"/>
              </a:rPr>
              <a:t>)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8A2BEF2-E759-0964-1035-92AD80993557}"/>
              </a:ext>
            </a:extLst>
          </p:cNvPr>
          <p:cNvSpPr txBox="1"/>
          <p:nvPr/>
        </p:nvSpPr>
        <p:spPr>
          <a:xfrm>
            <a:off x="736600" y="8297194"/>
            <a:ext cx="13679483" cy="334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lnSpc>
                <a:spcPct val="110000"/>
              </a:lnSpc>
              <a:spcBef>
                <a:spcPts val="1800"/>
              </a:spcBef>
              <a:buClr>
                <a:srgbClr val="23384A"/>
              </a:buClr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dirty="0">
              <a:solidFill>
                <a:srgbClr val="23384A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lvl="0" defTabSz="914400">
              <a:lnSpc>
                <a:spcPct val="110000"/>
              </a:lnSpc>
              <a:spcBef>
                <a:spcPts val="1800"/>
              </a:spcBef>
              <a:buClr>
                <a:srgbClr val="23384A"/>
              </a:buClr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EA2DD8-72D4-A4D7-01B2-FD3C4345BF95}"/>
              </a:ext>
            </a:extLst>
          </p:cNvPr>
          <p:cNvSpPr txBox="1"/>
          <p:nvPr/>
        </p:nvSpPr>
        <p:spPr>
          <a:xfrm>
            <a:off x="15873998" y="40131226"/>
            <a:ext cx="13679483" cy="128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dirty="0">
              <a:solidFill>
                <a:srgbClr val="23384A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457200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dirty="0">
              <a:solidFill>
                <a:srgbClr val="23384A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758B2C40-E4A7-3FE6-1F98-486C3A8147F3}"/>
              </a:ext>
            </a:extLst>
          </p:cNvPr>
          <p:cNvSpPr/>
          <p:nvPr/>
        </p:nvSpPr>
        <p:spPr>
          <a:xfrm>
            <a:off x="779110" y="15279116"/>
            <a:ext cx="13672047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kumimoji="1" lang="ja-JP" altLang="en-US" sz="4800" b="1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背景</a:t>
            </a:r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-c)</a:t>
            </a:r>
            <a:endParaRPr kumimoji="1" lang="ja-JP" altLang="en-US" sz="4800" b="1">
              <a:solidFill>
                <a:srgbClr val="23384A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719FE13-74F9-1071-BE3B-FCD6A4D7704E}"/>
              </a:ext>
            </a:extLst>
          </p:cNvPr>
          <p:cNvSpPr/>
          <p:nvPr/>
        </p:nvSpPr>
        <p:spPr>
          <a:xfrm>
            <a:off x="754048" y="12065937"/>
            <a:ext cx="13682659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kumimoji="1" lang="ja-JP" altLang="en-US" sz="4800" b="1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背景</a:t>
            </a:r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-b)</a:t>
            </a:r>
            <a:endParaRPr kumimoji="1" lang="ja-JP" altLang="en-US" sz="5400" b="1">
              <a:solidFill>
                <a:srgbClr val="23384A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A9E279-9137-76C7-DC6A-B05DCAE0D47A}"/>
              </a:ext>
            </a:extLst>
          </p:cNvPr>
          <p:cNvSpPr txBox="1"/>
          <p:nvPr/>
        </p:nvSpPr>
        <p:spPr>
          <a:xfrm>
            <a:off x="735016" y="13138013"/>
            <a:ext cx="13679483" cy="189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lnSpc>
                <a:spcPct val="110000"/>
              </a:lnSpc>
              <a:spcBef>
                <a:spcPts val="1800"/>
              </a:spcBef>
              <a:buClr>
                <a:srgbClr val="23384A"/>
              </a:buClr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dirty="0">
              <a:solidFill>
                <a:srgbClr val="23384A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41EFCB-CD22-D789-C54E-89CCB9CF9F47}"/>
              </a:ext>
            </a:extLst>
          </p:cNvPr>
          <p:cNvSpPr/>
          <p:nvPr/>
        </p:nvSpPr>
        <p:spPr>
          <a:xfrm>
            <a:off x="779110" y="18233529"/>
            <a:ext cx="13650702" cy="403244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/>
              <a:t>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FFB0C8-67CA-2A55-8DAF-5954E48DDEC9}"/>
              </a:ext>
            </a:extLst>
          </p:cNvPr>
          <p:cNvSpPr txBox="1"/>
          <p:nvPr/>
        </p:nvSpPr>
        <p:spPr>
          <a:xfrm>
            <a:off x="764719" y="29610793"/>
            <a:ext cx="13679483" cy="189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lnSpc>
                <a:spcPct val="110000"/>
              </a:lnSpc>
              <a:spcBef>
                <a:spcPts val="1800"/>
              </a:spcBef>
              <a:buClr>
                <a:srgbClr val="23384A"/>
              </a:buClr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dirty="0">
              <a:solidFill>
                <a:srgbClr val="23384A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BE251D4-A86E-91D4-D361-053B92415122}"/>
              </a:ext>
            </a:extLst>
          </p:cNvPr>
          <p:cNvSpPr/>
          <p:nvPr/>
        </p:nvSpPr>
        <p:spPr>
          <a:xfrm>
            <a:off x="15872414" y="5519890"/>
            <a:ext cx="13682659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kumimoji="1" lang="ja-JP" altLang="en-US" sz="4800" b="1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提案</a:t>
            </a:r>
            <a:r>
              <a:rPr kumimoji="1" lang="en-US" altLang="ja-JP" sz="4800" b="1" dirty="0">
                <a:solidFill>
                  <a:srgbClr val="23384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-x)</a:t>
            </a:r>
            <a:endParaRPr kumimoji="1" lang="ja-JP" altLang="en-US" sz="5400" b="1">
              <a:solidFill>
                <a:srgbClr val="23384A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F98C60-9D07-7223-81CA-7F0B96C1606B}"/>
              </a:ext>
            </a:extLst>
          </p:cNvPr>
          <p:cNvSpPr txBox="1"/>
          <p:nvPr/>
        </p:nvSpPr>
        <p:spPr>
          <a:xfrm>
            <a:off x="15873998" y="6604848"/>
            <a:ext cx="13679483" cy="334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lnSpc>
                <a:spcPct val="110000"/>
              </a:lnSpc>
              <a:spcBef>
                <a:spcPts val="1800"/>
              </a:spcBef>
              <a:buClr>
                <a:srgbClr val="23384A"/>
              </a:buClr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dirty="0">
              <a:solidFill>
                <a:srgbClr val="23384A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lvl="0" defTabSz="914400">
              <a:lnSpc>
                <a:spcPct val="110000"/>
              </a:lnSpc>
              <a:spcBef>
                <a:spcPts val="1800"/>
              </a:spcBef>
              <a:buClr>
                <a:srgbClr val="23384A"/>
              </a:buClr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marL="914400" lvl="1" indent="-457200" defTabSz="914400">
              <a:lnSpc>
                <a:spcPct val="110000"/>
              </a:lnSpc>
              <a:buClr>
                <a:srgbClr val="23384A"/>
              </a:buClr>
              <a:buFont typeface="Arial" panose="020B0604020202020204" pitchFamily="34" charset="0"/>
              <a:buChar char="•"/>
              <a:defRPr/>
            </a:pPr>
            <a:r>
              <a:rPr kumimoji="1" lang="ja-JP" altLang="en-US" sz="3600">
                <a:solidFill>
                  <a:srgbClr val="23384A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〇〇〇〇〇〇〇〇〇〇〇〇〇〇〇〇</a:t>
            </a:r>
            <a:endParaRPr kumimoji="1" lang="en-US" altLang="ja-JP" sz="3600" u="none" strike="noStrike" kern="1200" cap="none" spc="0" normalizeH="0" baseline="0" noProof="0" dirty="0">
              <a:ln>
                <a:noFill/>
              </a:ln>
              <a:solidFill>
                <a:srgbClr val="23384A"/>
              </a:solidFill>
              <a:effectLst/>
              <a:uLnTx/>
              <a:uFillTx/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9FC09B3-A698-D32C-F7A6-15E013ECB9E4}"/>
              </a:ext>
            </a:extLst>
          </p:cNvPr>
          <p:cNvSpPr/>
          <p:nvPr/>
        </p:nvSpPr>
        <p:spPr>
          <a:xfrm>
            <a:off x="15871719" y="33282826"/>
            <a:ext cx="13650702" cy="403244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/>
              <a:t>グラフ</a:t>
            </a:r>
          </a:p>
        </p:txBody>
      </p:sp>
    </p:spTree>
    <p:extLst>
      <p:ext uri="{BB962C8B-B14F-4D97-AF65-F5344CB8AC3E}">
        <p14:creationId xmlns:p14="http://schemas.microsoft.com/office/powerpoint/2010/main" val="321326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3">
      <a:dk1>
        <a:srgbClr val="233849"/>
      </a:dk1>
      <a:lt1>
        <a:srgbClr val="FFFFFF"/>
      </a:lt1>
      <a:dk2>
        <a:srgbClr val="95A5A6"/>
      </a:dk2>
      <a:lt2>
        <a:srgbClr val="F3F6F8"/>
      </a:lt2>
      <a:accent1>
        <a:srgbClr val="3C8EDB"/>
      </a:accent1>
      <a:accent2>
        <a:srgbClr val="D68910"/>
      </a:accent2>
      <a:accent3>
        <a:srgbClr val="27AE60"/>
      </a:accent3>
      <a:accent4>
        <a:srgbClr val="16A085"/>
      </a:accent4>
      <a:accent5>
        <a:srgbClr val="8E44AD"/>
      </a:accent5>
      <a:accent6>
        <a:srgbClr val="C0382B"/>
      </a:accent6>
      <a:hlink>
        <a:srgbClr val="2E86C1"/>
      </a:hlink>
      <a:folHlink>
        <a:srgbClr val="7D3C98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1263</TotalTime>
  <Words>73</Words>
  <Application>Microsoft Macintosh PowerPoint</Application>
  <PresentationFormat>ユーザー設定</PresentationFormat>
  <Paragraphs>32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Yu Gothic</vt:lpstr>
      <vt:lpstr>Yu Gothic</vt:lpstr>
      <vt:lpstr>Yu Gothic Medium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 Taiyo</dc:creator>
  <cp:lastModifiedBy>SATO Taiyo</cp:lastModifiedBy>
  <cp:revision>107</cp:revision>
  <dcterms:created xsi:type="dcterms:W3CDTF">2024-09-09T00:38:56Z</dcterms:created>
  <dcterms:modified xsi:type="dcterms:W3CDTF">2026-03-24T02:00:10Z</dcterms:modified>
</cp:coreProperties>
</file>