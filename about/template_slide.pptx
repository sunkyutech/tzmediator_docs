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257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7" autoAdjust="0"/>
    <p:restoredTop sz="94307"/>
  </p:normalViewPr>
  <p:slideViewPr>
    <p:cSldViewPr snapToGrid="0">
      <p:cViewPr varScale="1">
        <p:scale>
          <a:sx n="115" d="100"/>
          <a:sy n="115" d="100"/>
        </p:scale>
        <p:origin x="696" y="192"/>
      </p:cViewPr>
      <p:guideLst/>
    </p:cSldViewPr>
  </p:slideViewPr>
  <p:notesTextViewPr>
    <p:cViewPr>
      <p:scale>
        <a:sx n="140" d="100"/>
        <a:sy n="140" d="100"/>
      </p:scale>
      <p:origin x="0" y="0"/>
    </p:cViewPr>
  </p:notesTextViewPr>
  <p:notesViewPr>
    <p:cSldViewPr snapToGrid="0">
      <p:cViewPr varScale="1">
        <p:scale>
          <a:sx n="102" d="100"/>
          <a:sy n="102" d="100"/>
        </p:scale>
        <p:origin x="385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1407319"/>
            <a:ext cx="9144000" cy="2387600"/>
          </a:xfr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発表題目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232952"/>
            <a:ext cx="9144000" cy="1397285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年</a:t>
            </a:r>
            <a:r>
              <a:rPr kumimoji="1" lang="en-US" altLang="ja-JP" dirty="0"/>
              <a:t>/</a:t>
            </a:r>
            <a:r>
              <a:rPr kumimoji="1" lang="ja-JP" altLang="en-US"/>
              <a:t>月</a:t>
            </a:r>
            <a:r>
              <a:rPr kumimoji="1" lang="en-US" altLang="ja-JP" dirty="0"/>
              <a:t>/</a:t>
            </a:r>
            <a:r>
              <a:rPr kumimoji="1" lang="ja-JP" altLang="en-US"/>
              <a:t>日</a:t>
            </a:r>
            <a:r>
              <a:rPr kumimoji="1" lang="en-US" altLang="ja-JP" dirty="0"/>
              <a:t> (</a:t>
            </a:r>
            <a:r>
              <a:rPr kumimoji="1" lang="ja-JP" altLang="en-US"/>
              <a:t>曜日</a:t>
            </a:r>
            <a:r>
              <a:rPr kumimoji="1" lang="en-US" altLang="ja-JP" dirty="0"/>
              <a:t>)</a:t>
            </a:r>
            <a:r>
              <a:rPr kumimoji="1" lang="ja-JP" altLang="en-US"/>
              <a:t> 時間</a:t>
            </a:r>
            <a:endParaRPr kumimoji="1" lang="en-US" altLang="ja-JP" dirty="0"/>
          </a:p>
          <a:p>
            <a:r>
              <a:rPr kumimoji="1" lang="ja-JP" altLang="en-US"/>
              <a:t>発表者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_メイ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323071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スライドタイトル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1376737"/>
            <a:ext cx="11099800" cy="5208418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l"/>
              <a:tabLst/>
              <a:defRPr b="0" i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2400" b="0" i="0">
                <a:solidFill>
                  <a:schemeClr val="tx1"/>
                </a:solidFill>
                <a:latin typeface="+mn-ea"/>
                <a:ea typeface="+mn-ea"/>
              </a:defRPr>
            </a:lvl3pPr>
            <a:lvl4pPr marL="1371600" indent="0">
              <a:buClr>
                <a:schemeClr val="tx2"/>
              </a:buClr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第１レベル</a:t>
            </a:r>
            <a:endParaRPr kumimoji="1" lang="en-US" altLang="ja-JP" dirty="0"/>
          </a:p>
          <a:p>
            <a:pPr lvl="1"/>
            <a:r>
              <a:rPr kumimoji="1" lang="ja-JP" altLang="en-US"/>
              <a:t>第２レベル</a:t>
            </a:r>
            <a:endParaRPr kumimoji="1" lang="en-US" altLang="ja-JP" dirty="0"/>
          </a:p>
          <a:p>
            <a:pPr lvl="2"/>
            <a:r>
              <a:rPr kumimoji="1" lang="ja-JP" altLang="en-US"/>
              <a:t>第３レベル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507123" y="630409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1146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_補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4729D06-59B6-E68A-976D-25543BCE1E79}"/>
              </a:ext>
            </a:extLst>
          </p:cNvPr>
          <p:cNvSpPr/>
          <p:nvPr userDrawn="1"/>
        </p:nvSpPr>
        <p:spPr>
          <a:xfrm>
            <a:off x="0" y="0"/>
            <a:ext cx="12192000" cy="126123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323071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スライドタイトル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1376737"/>
            <a:ext cx="11099800" cy="5208418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l"/>
              <a:tabLst/>
              <a:defRPr b="0" i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2400" b="0" i="0">
                <a:solidFill>
                  <a:schemeClr val="tx1"/>
                </a:solidFill>
                <a:latin typeface="+mn-ea"/>
                <a:ea typeface="+mn-ea"/>
              </a:defRPr>
            </a:lvl3pPr>
            <a:lvl4pPr marL="1371600" indent="0">
              <a:buClr>
                <a:schemeClr val="tx2"/>
              </a:buClr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第１レベル</a:t>
            </a:r>
            <a:endParaRPr kumimoji="1" lang="en-US" altLang="ja-JP" dirty="0"/>
          </a:p>
          <a:p>
            <a:pPr lvl="1"/>
            <a:r>
              <a:rPr kumimoji="1" lang="ja-JP" altLang="en-US"/>
              <a:t>第２レベル</a:t>
            </a:r>
            <a:endParaRPr kumimoji="1" lang="en-US" altLang="ja-JP" dirty="0"/>
          </a:p>
          <a:p>
            <a:pPr lvl="2"/>
            <a:r>
              <a:rPr kumimoji="1" lang="ja-JP" altLang="en-US"/>
              <a:t>第３レベル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507123" y="630409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游ゴシック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39370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_概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323071"/>
            <a:ext cx="11099800" cy="938159"/>
          </a:xfrm>
        </p:spPr>
        <p:txBody>
          <a:bodyPr>
            <a:noAutofit/>
          </a:bodyPr>
          <a:lstStyle>
            <a:lvl1pPr algn="ctr">
              <a:defRPr sz="36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はじめに</a:t>
            </a:r>
            <a:r>
              <a:rPr kumimoji="1" lang="en-US" altLang="ja-JP" dirty="0"/>
              <a:t> (</a:t>
            </a:r>
            <a:r>
              <a:rPr kumimoji="1" lang="ja-JP" altLang="en-US"/>
              <a:t>概要など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1376737"/>
            <a:ext cx="11099800" cy="5208418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l"/>
              <a:tabLst/>
              <a:defRPr b="0" i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2400" b="0" i="0">
                <a:solidFill>
                  <a:schemeClr val="tx1"/>
                </a:solidFill>
                <a:latin typeface="+mn-ea"/>
                <a:ea typeface="+mn-ea"/>
              </a:defRPr>
            </a:lvl3pPr>
            <a:lvl4pPr marL="1371600" indent="0">
              <a:buClr>
                <a:schemeClr val="tx2"/>
              </a:buClr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第１レベル</a:t>
            </a:r>
            <a:endParaRPr kumimoji="1" lang="en-US" altLang="ja-JP" dirty="0"/>
          </a:p>
          <a:p>
            <a:pPr lvl="1"/>
            <a:r>
              <a:rPr kumimoji="1" lang="ja-JP" altLang="en-US"/>
              <a:t>第２レベル</a:t>
            </a:r>
            <a:endParaRPr kumimoji="1" lang="en-US" altLang="ja-JP" dirty="0"/>
          </a:p>
          <a:p>
            <a:pPr lvl="2"/>
            <a:r>
              <a:rPr kumimoji="1" lang="ja-JP" altLang="en-US"/>
              <a:t>第３レベル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507123" y="630409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sp>
        <p:nvSpPr>
          <p:cNvPr id="4" name="フレーム 3">
            <a:extLst>
              <a:ext uri="{FF2B5EF4-FFF2-40B4-BE49-F238E27FC236}">
                <a16:creationId xmlns:a16="http://schemas.microsoft.com/office/drawing/2014/main" id="{E0DCFCB3-9C82-557E-E04F-436AFDEC4E1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461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913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2517291" y="794944"/>
            <a:ext cx="8989832" cy="938159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accent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en-US" altLang="ja-JP" dirty="0"/>
              <a:t>(</a:t>
            </a:r>
            <a:r>
              <a:rPr kumimoji="1" lang="ja-JP" altLang="en-US"/>
              <a:t>発表題目に対応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2517289" y="2000922"/>
            <a:ext cx="8989834" cy="4303174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Yu Gothic" panose="020B0400000000000000" pitchFamily="34" charset="-128"/>
                <a:ea typeface="Yu Gothic" panose="020B0400000000000000" pitchFamily="34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l"/>
              <a:tabLst/>
              <a:defRPr sz="2400" b="0" i="0">
                <a:solidFill>
                  <a:schemeClr val="tx1"/>
                </a:solidFill>
                <a:latin typeface="+mn-ea"/>
                <a:ea typeface="+mn-ea"/>
              </a:defRPr>
            </a:lvl2pPr>
            <a:lvl3pPr>
              <a:buClr>
                <a:schemeClr val="tx2"/>
              </a:buClr>
              <a:defRPr sz="2400" b="0" i="0">
                <a:solidFill>
                  <a:schemeClr val="tx1"/>
                </a:solidFill>
                <a:latin typeface="+mn-ea"/>
                <a:ea typeface="+mn-ea"/>
              </a:defRPr>
            </a:lvl3pPr>
            <a:lvl4pPr marL="1371600" indent="0">
              <a:buClr>
                <a:schemeClr val="tx2"/>
              </a:buClr>
              <a:buNone/>
              <a:defRPr>
                <a:solidFill>
                  <a:schemeClr val="tx1"/>
                </a:solidFill>
                <a:latin typeface="+mn-ea"/>
                <a:ea typeface="+mn-ea"/>
              </a:defRPr>
            </a:lvl4pPr>
            <a:lvl5pPr>
              <a:buClr>
                <a:schemeClr val="tx2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en-US" altLang="ja-JP" dirty="0"/>
              <a:t>(</a:t>
            </a:r>
            <a:r>
              <a:rPr kumimoji="1" lang="ja-JP" altLang="en-US"/>
              <a:t>チャプタータイトルに対応</a:t>
            </a:r>
            <a:r>
              <a:rPr kumimoji="1" lang="en-US" altLang="ja-JP" dirty="0"/>
              <a:t>)</a:t>
            </a:r>
          </a:p>
          <a:p>
            <a:pPr lvl="1"/>
            <a:r>
              <a:rPr kumimoji="1" lang="ja-JP" altLang="en-US"/>
              <a:t>必要に応じて詳細コンテンツを記述</a:t>
            </a:r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507123" y="630409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8572AA1-E7F7-2D54-1DF5-57C0090D1D36}"/>
              </a:ext>
            </a:extLst>
          </p:cNvPr>
          <p:cNvSpPr/>
          <p:nvPr userDrawn="1"/>
        </p:nvSpPr>
        <p:spPr>
          <a:xfrm>
            <a:off x="0" y="0"/>
            <a:ext cx="178576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8430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3338512" y="2959920"/>
            <a:ext cx="8307388" cy="938159"/>
          </a:xfrm>
        </p:spPr>
        <p:txBody>
          <a:bodyPr>
            <a:noAutofit/>
          </a:bodyPr>
          <a:lstStyle>
            <a:lvl1pPr algn="l">
              <a:defRPr sz="3600" b="1">
                <a:solidFill>
                  <a:schemeClr val="accent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チャプタータイトル</a:t>
            </a:r>
            <a:endParaRPr kumimoji="1" lang="ja-JP" altLang="en-US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507123" y="6304096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C70A94A5-070F-B111-1160-FB25FCF902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137569"/>
            <a:ext cx="3338512" cy="2582862"/>
          </a:xfrm>
        </p:spPr>
        <p:txBody>
          <a:bodyPr anchor="ctr">
            <a:noAutofit/>
          </a:bodyPr>
          <a:lstStyle>
            <a:lvl1pPr marL="0" indent="0" algn="ctr">
              <a:buNone/>
              <a:defRPr sz="19900">
                <a:solidFill>
                  <a:schemeClr val="accent1">
                    <a:alpha val="30000"/>
                  </a:schemeClr>
                </a:solidFill>
              </a:defRPr>
            </a:lvl1pPr>
          </a:lstStyle>
          <a:p>
            <a:pPr lvl="0"/>
            <a:r>
              <a:rPr kumimoji="1" lang="en-US" altLang="ja-JP" dirty="0"/>
              <a:t>01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67458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裏表紙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1407319"/>
            <a:ext cx="9144000" cy="2387600"/>
          </a:xfr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/>
              <a:t>発表題目に対応</a:t>
            </a:r>
            <a:endParaRPr kumimoji="1" lang="ja-JP" altLang="en-US" dirty="0"/>
          </a:p>
        </p:txBody>
      </p:sp>
      <p:sp>
        <p:nvSpPr>
          <p:cNvPr id="5" name="直角三角形 4">
            <a:extLst>
              <a:ext uri="{FF2B5EF4-FFF2-40B4-BE49-F238E27FC236}">
                <a16:creationId xmlns:a16="http://schemas.microsoft.com/office/drawing/2014/main" id="{2A45476F-2C68-F757-F962-A86C739D3F93}"/>
              </a:ext>
            </a:extLst>
          </p:cNvPr>
          <p:cNvSpPr/>
          <p:nvPr userDrawn="1"/>
        </p:nvSpPr>
        <p:spPr>
          <a:xfrm rot="5400000">
            <a:off x="0" y="0"/>
            <a:ext cx="1083733" cy="108373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F6435C1B-4C73-A3DC-3A4F-E7708826DC3D}"/>
              </a:ext>
            </a:extLst>
          </p:cNvPr>
          <p:cNvSpPr/>
          <p:nvPr userDrawn="1"/>
        </p:nvSpPr>
        <p:spPr>
          <a:xfrm rot="16200000">
            <a:off x="11108267" y="5774267"/>
            <a:ext cx="1083733" cy="108373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7833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F030-86AC-4BA0-B9C6-3243C593BCFC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6" r:id="rId3"/>
    <p:sldLayoutId id="2147483655" r:id="rId4"/>
    <p:sldLayoutId id="2147483654" r:id="rId5"/>
    <p:sldLayoutId id="2147483653" r:id="rId6"/>
    <p:sldLayoutId id="2147483657" r:id="rId7"/>
    <p:sldLayoutId id="214748365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1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351F84-F902-4B4C-E91C-A6573824AD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/>
              <a:t>発表題目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1BCAD3B-D95B-8447-5844-A2584D3349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2026/xx/xx(</a:t>
            </a:r>
            <a:r>
              <a:rPr lang="en-US" altLang="ja-JP" dirty="0"/>
              <a:t>x</a:t>
            </a:r>
            <a:r>
              <a:rPr kumimoji="1" lang="en-US" altLang="ja-JP" dirty="0"/>
              <a:t>) x</a:t>
            </a:r>
            <a:r>
              <a:rPr kumimoji="1" lang="ja-JP" altLang="en-US"/>
              <a:t>限</a:t>
            </a:r>
            <a:endParaRPr kumimoji="1" lang="en-US" altLang="ja-JP" dirty="0"/>
          </a:p>
          <a:p>
            <a:r>
              <a:rPr kumimoji="1" lang="en-US" altLang="ja-JP" dirty="0"/>
              <a:t>M2</a:t>
            </a:r>
            <a:r>
              <a:rPr lang="ja-JP" altLang="en-US"/>
              <a:t>　</a:t>
            </a:r>
            <a:r>
              <a:rPr lang="en-US" altLang="ja-JP" dirty="0"/>
              <a:t>XX</a:t>
            </a:r>
            <a:r>
              <a:rPr kumimoji="1" lang="ja-JP" altLang="en-US"/>
              <a:t> </a:t>
            </a:r>
            <a:r>
              <a:rPr kumimoji="1" lang="en-US" altLang="ja-JP" dirty="0"/>
              <a:t>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4500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E9E50C-BDED-DD1E-C29B-C15075AA9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9E8DA3-A3BD-C6A6-1149-3CEBDA6C5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619776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FF0000"/>
          </a:solidFill>
        </a:ln>
      </a:spPr>
      <a:bodyPr rtlCol="0" anchor="ctr"/>
      <a:lstStyle>
        <a:defPPr algn="ctr">
          <a:defRPr dirty="0">
            <a:solidFill>
              <a:srgbClr val="FF0000"/>
            </a:solidFill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B33ED81-A378-482E-B710-0D21A32023B2}">
  <ds:schemaRefs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7863</TotalTime>
  <Words>15</Words>
  <Application>Microsoft Macintosh PowerPoint</Application>
  <PresentationFormat>ワイド画面</PresentationFormat>
  <Paragraphs>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Yu Gothic</vt:lpstr>
      <vt:lpstr>Yu Gothic</vt:lpstr>
      <vt:lpstr>Arial</vt:lpstr>
      <vt:lpstr>Segoe UI</vt:lpstr>
      <vt:lpstr>Wingdings</vt:lpstr>
      <vt:lpstr>研究発表スライドマスタ</vt:lpstr>
      <vt:lpstr>発表題目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Taiyo</dc:creator>
  <cp:lastModifiedBy>SATO Taiyo</cp:lastModifiedBy>
  <cp:revision>423</cp:revision>
  <dcterms:created xsi:type="dcterms:W3CDTF">2023-12-12T06:38:37Z</dcterms:created>
  <dcterms:modified xsi:type="dcterms:W3CDTF">2026-03-24T01:17:21Z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